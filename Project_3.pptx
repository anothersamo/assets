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4"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5A129A37-A48F-425A-A754-2E97C2DE67E6}" type="datetimeFigureOut">
              <a:rPr lang="es-MX" smtClean="0"/>
              <a:t>04/04/2022</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E93C79E5-FDB2-4702-8708-571E08AEE90A}" type="slidenum">
              <a:rPr lang="es-MX" smtClean="0"/>
              <a:t>‹Nº›</a:t>
            </a:fld>
            <a:endParaRPr lang="es-MX"/>
          </a:p>
        </p:txBody>
      </p:sp>
    </p:spTree>
    <p:extLst>
      <p:ext uri="{BB962C8B-B14F-4D97-AF65-F5344CB8AC3E}">
        <p14:creationId xmlns:p14="http://schemas.microsoft.com/office/powerpoint/2010/main" val="1581265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A129A37-A48F-425A-A754-2E97C2DE67E6}" type="datetimeFigureOut">
              <a:rPr lang="es-MX" smtClean="0"/>
              <a:t>04/04/2022</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E93C79E5-FDB2-4702-8708-571E08AEE90A}" type="slidenum">
              <a:rPr lang="es-MX" smtClean="0"/>
              <a:t>‹Nº›</a:t>
            </a:fld>
            <a:endParaRPr lang="es-MX"/>
          </a:p>
        </p:txBody>
      </p:sp>
    </p:spTree>
    <p:extLst>
      <p:ext uri="{BB962C8B-B14F-4D97-AF65-F5344CB8AC3E}">
        <p14:creationId xmlns:p14="http://schemas.microsoft.com/office/powerpoint/2010/main" val="4793906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A129A37-A48F-425A-A754-2E97C2DE67E6}" type="datetimeFigureOut">
              <a:rPr lang="es-MX" smtClean="0"/>
              <a:t>04/04/2022</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E93C79E5-FDB2-4702-8708-571E08AEE90A}" type="slidenum">
              <a:rPr lang="es-MX" smtClean="0"/>
              <a:t>‹Nº›</a:t>
            </a:fld>
            <a:endParaRPr lang="es-MX"/>
          </a:p>
        </p:txBody>
      </p:sp>
    </p:spTree>
    <p:extLst>
      <p:ext uri="{BB962C8B-B14F-4D97-AF65-F5344CB8AC3E}">
        <p14:creationId xmlns:p14="http://schemas.microsoft.com/office/powerpoint/2010/main" val="1922724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A129A37-A48F-425A-A754-2E97C2DE67E6}" type="datetimeFigureOut">
              <a:rPr lang="es-MX" smtClean="0"/>
              <a:t>04/04/2022</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E93C79E5-FDB2-4702-8708-571E08AEE90A}" type="slidenum">
              <a:rPr lang="es-MX" smtClean="0"/>
              <a:t>‹Nº›</a:t>
            </a:fld>
            <a:endParaRPr lang="es-MX"/>
          </a:p>
        </p:txBody>
      </p:sp>
    </p:spTree>
    <p:extLst>
      <p:ext uri="{BB962C8B-B14F-4D97-AF65-F5344CB8AC3E}">
        <p14:creationId xmlns:p14="http://schemas.microsoft.com/office/powerpoint/2010/main" val="2145623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913795" y="2912232"/>
            <a:ext cx="5107208" cy="287896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912232"/>
            <a:ext cx="5095357" cy="287896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A129A37-A48F-425A-A754-2E97C2DE67E6}" type="datetimeFigureOut">
              <a:rPr lang="es-MX" smtClean="0"/>
              <a:t>04/04/2022</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E93C79E5-FDB2-4702-8708-571E08AEE90A}" type="slidenum">
              <a:rPr lang="es-MX" smtClean="0"/>
              <a:t>‹Nº›</a:t>
            </a:fld>
            <a:endParaRPr lang="es-MX"/>
          </a:p>
        </p:txBody>
      </p:sp>
    </p:spTree>
    <p:extLst>
      <p:ext uri="{BB962C8B-B14F-4D97-AF65-F5344CB8AC3E}">
        <p14:creationId xmlns:p14="http://schemas.microsoft.com/office/powerpoint/2010/main" val="193964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A129A37-A48F-425A-A754-2E97C2DE67E6}" type="datetimeFigureOut">
              <a:rPr lang="es-MX" smtClean="0"/>
              <a:t>04/04/2022</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E93C79E5-FDB2-4702-8708-571E08AEE90A}" type="slidenum">
              <a:rPr lang="es-MX" smtClean="0"/>
              <a:t>‹Nº›</a:t>
            </a:fld>
            <a:endParaRPr lang="es-MX"/>
          </a:p>
        </p:txBody>
      </p:sp>
    </p:spTree>
    <p:extLst>
      <p:ext uri="{BB962C8B-B14F-4D97-AF65-F5344CB8AC3E}">
        <p14:creationId xmlns:p14="http://schemas.microsoft.com/office/powerpoint/2010/main" val="1104628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129A37-A48F-425A-A754-2E97C2DE67E6}" type="datetimeFigureOut">
              <a:rPr lang="es-MX" smtClean="0"/>
              <a:t>04/04/2022</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E93C79E5-FDB2-4702-8708-571E08AEE90A}" type="slidenum">
              <a:rPr lang="es-MX" smtClean="0"/>
              <a:t>‹Nº›</a:t>
            </a:fld>
            <a:endParaRPr lang="es-MX"/>
          </a:p>
        </p:txBody>
      </p:sp>
    </p:spTree>
    <p:extLst>
      <p:ext uri="{BB962C8B-B14F-4D97-AF65-F5344CB8AC3E}">
        <p14:creationId xmlns:p14="http://schemas.microsoft.com/office/powerpoint/2010/main" val="488720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A129A37-A48F-425A-A754-2E97C2DE67E6}" type="datetimeFigureOut">
              <a:rPr lang="es-MX" smtClean="0"/>
              <a:t>04/04/2022</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E93C79E5-FDB2-4702-8708-571E08AEE90A}" type="slidenum">
              <a:rPr lang="es-MX" smtClean="0"/>
              <a:t>‹Nº›</a:t>
            </a:fld>
            <a:endParaRPr lang="es-MX"/>
          </a:p>
        </p:txBody>
      </p:sp>
    </p:spTree>
    <p:extLst>
      <p:ext uri="{BB962C8B-B14F-4D97-AF65-F5344CB8AC3E}">
        <p14:creationId xmlns:p14="http://schemas.microsoft.com/office/powerpoint/2010/main" val="3822156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A129A37-A48F-425A-A754-2E97C2DE67E6}" type="datetimeFigureOut">
              <a:rPr lang="es-MX" smtClean="0"/>
              <a:t>04/04/2022</a:t>
            </a:fld>
            <a:endParaRPr lang="es-MX"/>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93C79E5-FDB2-4702-8708-571E08AEE90A}" type="slidenum">
              <a:rPr lang="es-MX" smtClean="0"/>
              <a:t>‹Nº›</a:t>
            </a:fld>
            <a:endParaRPr lang="es-MX"/>
          </a:p>
        </p:txBody>
      </p:sp>
    </p:spTree>
    <p:extLst>
      <p:ext uri="{BB962C8B-B14F-4D97-AF65-F5344CB8AC3E}">
        <p14:creationId xmlns:p14="http://schemas.microsoft.com/office/powerpoint/2010/main" val="1789104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A129A37-A48F-425A-A754-2E97C2DE67E6}" type="datetimeFigureOut">
              <a:rPr lang="es-MX" smtClean="0"/>
              <a:t>04/04/2022</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E93C79E5-FDB2-4702-8708-571E08AEE90A}" type="slidenum">
              <a:rPr lang="es-MX" smtClean="0"/>
              <a:t>‹Nº›</a:t>
            </a:fld>
            <a:endParaRPr lang="es-MX"/>
          </a:p>
        </p:txBody>
      </p:sp>
    </p:spTree>
    <p:extLst>
      <p:ext uri="{BB962C8B-B14F-4D97-AF65-F5344CB8AC3E}">
        <p14:creationId xmlns:p14="http://schemas.microsoft.com/office/powerpoint/2010/main" val="2507651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A129A37-A48F-425A-A754-2E97C2DE67E6}" type="datetimeFigureOut">
              <a:rPr lang="es-MX" smtClean="0"/>
              <a:t>04/04/2022</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E93C79E5-FDB2-4702-8708-571E08AEE90A}" type="slidenum">
              <a:rPr lang="es-MX" smtClean="0"/>
              <a:t>‹Nº›</a:t>
            </a:fld>
            <a:endParaRPr lang="es-MX"/>
          </a:p>
        </p:txBody>
      </p:sp>
    </p:spTree>
    <p:extLst>
      <p:ext uri="{BB962C8B-B14F-4D97-AF65-F5344CB8AC3E}">
        <p14:creationId xmlns:p14="http://schemas.microsoft.com/office/powerpoint/2010/main" val="27842489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A129A37-A48F-425A-A754-2E97C2DE67E6}" type="datetimeFigureOut">
              <a:rPr lang="es-MX" smtClean="0"/>
              <a:t>04/04/2022</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E93C79E5-FDB2-4702-8708-571E08AEE90A}" type="slidenum">
              <a:rPr lang="es-MX" smtClean="0"/>
              <a:t>‹Nº›</a:t>
            </a:fld>
            <a:endParaRPr lang="es-MX"/>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6070188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A129A37-A48F-425A-A754-2E97C2DE67E6}" type="datetimeFigureOut">
              <a:rPr lang="es-MX" smtClean="0"/>
              <a:t>04/04/2022</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E93C79E5-FDB2-4702-8708-571E08AEE90A}" type="slidenum">
              <a:rPr lang="es-MX" smtClean="0"/>
              <a:t>‹Nº›</a:t>
            </a:fld>
            <a:endParaRPr lang="es-MX"/>
          </a:p>
        </p:txBody>
      </p:sp>
    </p:spTree>
    <p:extLst>
      <p:ext uri="{BB962C8B-B14F-4D97-AF65-F5344CB8AC3E}">
        <p14:creationId xmlns:p14="http://schemas.microsoft.com/office/powerpoint/2010/main" val="39237753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5A129A37-A48F-425A-A754-2E97C2DE67E6}" type="datetimeFigureOut">
              <a:rPr lang="es-MX" smtClean="0"/>
              <a:t>04/04/2022</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E93C79E5-FDB2-4702-8708-571E08AEE90A}" type="slidenum">
              <a:rPr lang="es-MX" smtClean="0"/>
              <a:t>‹Nº›</a:t>
            </a:fld>
            <a:endParaRPr lang="es-MX"/>
          </a:p>
        </p:txBody>
      </p:sp>
    </p:spTree>
    <p:extLst>
      <p:ext uri="{BB962C8B-B14F-4D97-AF65-F5344CB8AC3E}">
        <p14:creationId xmlns:p14="http://schemas.microsoft.com/office/powerpoint/2010/main" val="24004000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5A129A37-A48F-425A-A754-2E97C2DE67E6}" type="datetimeFigureOut">
              <a:rPr lang="es-MX" smtClean="0"/>
              <a:t>04/04/2022</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E93C79E5-FDB2-4702-8708-571E08AEE90A}" type="slidenum">
              <a:rPr lang="es-MX" smtClean="0"/>
              <a:t>‹Nº›</a:t>
            </a:fld>
            <a:endParaRPr lang="es-MX"/>
          </a:p>
        </p:txBody>
      </p:sp>
    </p:spTree>
    <p:extLst>
      <p:ext uri="{BB962C8B-B14F-4D97-AF65-F5344CB8AC3E}">
        <p14:creationId xmlns:p14="http://schemas.microsoft.com/office/powerpoint/2010/main" val="36738042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A129A37-A48F-425A-A754-2E97C2DE67E6}" type="datetimeFigureOut">
              <a:rPr lang="es-MX" smtClean="0"/>
              <a:t>04/04/2022</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E93C79E5-FDB2-4702-8708-571E08AEE90A}" type="slidenum">
              <a:rPr lang="es-MX" smtClean="0"/>
              <a:t>‹Nº›</a:t>
            </a:fld>
            <a:endParaRPr lang="es-MX"/>
          </a:p>
        </p:txBody>
      </p:sp>
    </p:spTree>
    <p:extLst>
      <p:ext uri="{BB962C8B-B14F-4D97-AF65-F5344CB8AC3E}">
        <p14:creationId xmlns:p14="http://schemas.microsoft.com/office/powerpoint/2010/main" val="39727134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A129A37-A48F-425A-A754-2E97C2DE67E6}" type="datetimeFigureOut">
              <a:rPr lang="es-MX" smtClean="0"/>
              <a:t>04/04/2022</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E93C79E5-FDB2-4702-8708-571E08AEE90A}" type="slidenum">
              <a:rPr lang="es-MX" smtClean="0"/>
              <a:t>‹Nº›</a:t>
            </a:fld>
            <a:endParaRPr lang="es-MX"/>
          </a:p>
        </p:txBody>
      </p:sp>
    </p:spTree>
    <p:extLst>
      <p:ext uri="{BB962C8B-B14F-4D97-AF65-F5344CB8AC3E}">
        <p14:creationId xmlns:p14="http://schemas.microsoft.com/office/powerpoint/2010/main" val="1824014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5A129A37-A48F-425A-A754-2E97C2DE67E6}" type="datetimeFigureOut">
              <a:rPr lang="es-MX" smtClean="0"/>
              <a:t>04/04/2022</a:t>
            </a:fld>
            <a:endParaRPr lang="es-MX"/>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E93C79E5-FDB2-4702-8708-571E08AEE90A}" type="slidenum">
              <a:rPr lang="es-MX" smtClean="0"/>
              <a:t>‹Nº›</a:t>
            </a:fld>
            <a:endParaRPr lang="es-MX"/>
          </a:p>
        </p:txBody>
      </p:sp>
    </p:spTree>
    <p:extLst>
      <p:ext uri="{BB962C8B-B14F-4D97-AF65-F5344CB8AC3E}">
        <p14:creationId xmlns:p14="http://schemas.microsoft.com/office/powerpoint/2010/main" val="2683584214"/>
      </p:ext>
    </p:extLst>
  </p:cSld>
  <p:clrMap bg1="dk1" tx1="lt1" bg2="dk2" tx2="lt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 id="2147483876" r:id="rId12"/>
    <p:sldLayoutId id="2147483877" r:id="rId13"/>
    <p:sldLayoutId id="2147483878" r:id="rId14"/>
    <p:sldLayoutId id="2147483879" r:id="rId15"/>
    <p:sldLayoutId id="2147483880" r:id="rId16"/>
    <p:sldLayoutId id="2147483881"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BF7E05-6E1E-4E6B-9E8C-77E59D348DA5}"/>
              </a:ext>
            </a:extLst>
          </p:cNvPr>
          <p:cNvSpPr>
            <a:spLocks noGrp="1"/>
          </p:cNvSpPr>
          <p:nvPr>
            <p:ph type="ctrTitle"/>
          </p:nvPr>
        </p:nvSpPr>
        <p:spPr/>
        <p:txBody>
          <a:bodyPr>
            <a:normAutofit fontScale="90000"/>
          </a:bodyPr>
          <a:lstStyle/>
          <a:p>
            <a:r>
              <a:rPr lang="en-US" dirty="0"/>
              <a:t>Starmatic Company and The rape of Czechoslovakia negotiation</a:t>
            </a:r>
            <a:endParaRPr lang="es-MX" dirty="0"/>
          </a:p>
        </p:txBody>
      </p:sp>
      <p:sp>
        <p:nvSpPr>
          <p:cNvPr id="3" name="Subtítulo 2">
            <a:extLst>
              <a:ext uri="{FF2B5EF4-FFF2-40B4-BE49-F238E27FC236}">
                <a16:creationId xmlns:a16="http://schemas.microsoft.com/office/drawing/2014/main" id="{07B4242F-8DB7-40D3-BE1B-FA8E6EE8199D}"/>
              </a:ext>
            </a:extLst>
          </p:cNvPr>
          <p:cNvSpPr>
            <a:spLocks noGrp="1"/>
          </p:cNvSpPr>
          <p:nvPr>
            <p:ph type="subTitle" idx="1"/>
          </p:nvPr>
        </p:nvSpPr>
        <p:spPr/>
        <p:txBody>
          <a:bodyPr/>
          <a:lstStyle/>
          <a:p>
            <a:r>
              <a:rPr lang="en-US" dirty="0"/>
              <a:t>Samuel Avila Reynoso</a:t>
            </a:r>
          </a:p>
          <a:p>
            <a:r>
              <a:rPr lang="en-US" dirty="0"/>
              <a:t>ID 2035 </a:t>
            </a:r>
          </a:p>
          <a:p>
            <a:r>
              <a:rPr lang="en-US" dirty="0"/>
              <a:t>Class: Business Negotiation</a:t>
            </a:r>
            <a:endParaRPr lang="es-MX" dirty="0"/>
          </a:p>
        </p:txBody>
      </p:sp>
    </p:spTree>
    <p:extLst>
      <p:ext uri="{BB962C8B-B14F-4D97-AF65-F5344CB8AC3E}">
        <p14:creationId xmlns:p14="http://schemas.microsoft.com/office/powerpoint/2010/main" val="17411285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77EFE3-64B7-4784-8615-62079FCF0AAC}"/>
              </a:ext>
            </a:extLst>
          </p:cNvPr>
          <p:cNvSpPr>
            <a:spLocks noGrp="1"/>
          </p:cNvSpPr>
          <p:nvPr>
            <p:ph type="title"/>
          </p:nvPr>
        </p:nvSpPr>
        <p:spPr/>
        <p:txBody>
          <a:bodyPr/>
          <a:lstStyle/>
          <a:p>
            <a:r>
              <a:rPr lang="es-ES" sz="3600" dirty="0" err="1"/>
              <a:t>Introduction</a:t>
            </a:r>
            <a:endParaRPr lang="es-MX" dirty="0"/>
          </a:p>
        </p:txBody>
      </p:sp>
      <p:sp>
        <p:nvSpPr>
          <p:cNvPr id="3" name="Marcador de contenido 2">
            <a:extLst>
              <a:ext uri="{FF2B5EF4-FFF2-40B4-BE49-F238E27FC236}">
                <a16:creationId xmlns:a16="http://schemas.microsoft.com/office/drawing/2014/main" id="{6488504D-037A-4B23-BC29-22442198C701}"/>
              </a:ext>
            </a:extLst>
          </p:cNvPr>
          <p:cNvSpPr>
            <a:spLocks noGrp="1"/>
          </p:cNvSpPr>
          <p:nvPr>
            <p:ph idx="1"/>
          </p:nvPr>
        </p:nvSpPr>
        <p:spPr/>
        <p:txBody>
          <a:bodyPr/>
          <a:lstStyle/>
          <a:p>
            <a:r>
              <a:rPr lang="en-US" dirty="0"/>
              <a:t>A negotiation process consists of a series of stages that try to resolve a conflict in a way that is satisfactory to the parties.</a:t>
            </a:r>
          </a:p>
          <a:p>
            <a:r>
              <a:rPr lang="en-US" dirty="0"/>
              <a:t>Sometimes we find ourselves with negotiation processes in which one of the parties has a position of power. An example could be a company that has many suppliers and has an advantage in choosing them. Another would be the case of a staple product that can only be manufactured by a few companies</a:t>
            </a:r>
            <a:endParaRPr lang="es-MX" dirty="0"/>
          </a:p>
        </p:txBody>
      </p:sp>
    </p:spTree>
    <p:extLst>
      <p:ext uri="{BB962C8B-B14F-4D97-AF65-F5344CB8AC3E}">
        <p14:creationId xmlns:p14="http://schemas.microsoft.com/office/powerpoint/2010/main" val="1952230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CF88DD-9BDE-4752-AB4F-539EABBF7AA4}"/>
              </a:ext>
            </a:extLst>
          </p:cNvPr>
          <p:cNvSpPr>
            <a:spLocks noGrp="1"/>
          </p:cNvSpPr>
          <p:nvPr>
            <p:ph type="title"/>
          </p:nvPr>
        </p:nvSpPr>
        <p:spPr/>
        <p:txBody>
          <a:bodyPr/>
          <a:lstStyle/>
          <a:p>
            <a:r>
              <a:rPr lang="es-MX" sz="3600" dirty="0" err="1"/>
              <a:t>Starmatic</a:t>
            </a:r>
            <a:r>
              <a:rPr lang="es-MX" sz="3600" dirty="0"/>
              <a:t> Company: </a:t>
            </a:r>
            <a:r>
              <a:rPr lang="es-MX" sz="3600" dirty="0" err="1"/>
              <a:t>Negotiation</a:t>
            </a:r>
            <a:r>
              <a:rPr lang="es-MX" sz="3600" dirty="0"/>
              <a:t> </a:t>
            </a:r>
            <a:r>
              <a:rPr lang="es-MX" sz="3600" dirty="0" err="1"/>
              <a:t>Process</a:t>
            </a:r>
            <a:endParaRPr lang="es-MX" dirty="0"/>
          </a:p>
        </p:txBody>
      </p:sp>
      <p:sp>
        <p:nvSpPr>
          <p:cNvPr id="3" name="Marcador de contenido 2">
            <a:extLst>
              <a:ext uri="{FF2B5EF4-FFF2-40B4-BE49-F238E27FC236}">
                <a16:creationId xmlns:a16="http://schemas.microsoft.com/office/drawing/2014/main" id="{818FDE87-D1A3-4232-ABE5-C0016983D54C}"/>
              </a:ext>
            </a:extLst>
          </p:cNvPr>
          <p:cNvSpPr>
            <a:spLocks noGrp="1"/>
          </p:cNvSpPr>
          <p:nvPr>
            <p:ph idx="1"/>
          </p:nvPr>
        </p:nvSpPr>
        <p:spPr/>
        <p:txBody>
          <a:bodyPr/>
          <a:lstStyle/>
          <a:p>
            <a:r>
              <a:rPr lang="en-US" dirty="0"/>
              <a:t>We can see that there was no appropriate preparation as suggested in phase 1 during the negotiating process with the Starmatic corporation because they ordered him to finish the contract arrangements that day. So an early afternoon meeting was made up at the supplier's plant, with the goal of settling for $425,000 if possible, and making an opening offer of $140,000. That was the limit of our blundering planning.</a:t>
            </a:r>
            <a:endParaRPr lang="es-MX" dirty="0"/>
          </a:p>
        </p:txBody>
      </p:sp>
    </p:spTree>
    <p:extLst>
      <p:ext uri="{BB962C8B-B14F-4D97-AF65-F5344CB8AC3E}">
        <p14:creationId xmlns:p14="http://schemas.microsoft.com/office/powerpoint/2010/main" val="32337554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BFDB33F-F242-4E10-B40D-926CCA99DDD0}"/>
              </a:ext>
            </a:extLst>
          </p:cNvPr>
          <p:cNvSpPr>
            <a:spLocks noGrp="1"/>
          </p:cNvSpPr>
          <p:nvPr>
            <p:ph idx="1"/>
          </p:nvPr>
        </p:nvSpPr>
        <p:spPr>
          <a:xfrm>
            <a:off x="919119" y="545559"/>
            <a:ext cx="10353762" cy="5046858"/>
          </a:xfrm>
        </p:spPr>
        <p:txBody>
          <a:bodyPr>
            <a:normAutofit lnSpcReduction="10000"/>
          </a:bodyPr>
          <a:lstStyle/>
          <a:p>
            <a:r>
              <a:rPr lang="en-US" dirty="0"/>
              <a:t>Because the opponent's team was more disordered than ours, phase 2 and 3 were perceived throughout the day. They organized by signaling and creating a discussion, asking for an accounting justification for the $450,000 offer, and favored that the controller didn't have it, giving them nearly thirty minutes head start, only to be left with the negotiator with a pile of messy work papers.</a:t>
            </a:r>
          </a:p>
          <a:p>
            <a:endParaRPr lang="en-US" dirty="0"/>
          </a:p>
          <a:p>
            <a:r>
              <a:rPr lang="en-US" dirty="0"/>
              <a:t>Unfortunately, those in charge of the negotiation did not have a plan in place to carry out the negotiation, which resulted in phases 4, 5, and 6 because the chief engineer left the room several times to be present during the critical acceptance tests, and the person in charge of the contract was also interrupted so many times with urgent questions from subordinates about other work proposals, causing its price to be reduced to $375,000. It had been lowered to $300,000 by mid-afternoon. The deal was concluded for $220,000 at midnight.</a:t>
            </a:r>
            <a:endParaRPr lang="es-MX" dirty="0"/>
          </a:p>
        </p:txBody>
      </p:sp>
    </p:spTree>
    <p:extLst>
      <p:ext uri="{BB962C8B-B14F-4D97-AF65-F5344CB8AC3E}">
        <p14:creationId xmlns:p14="http://schemas.microsoft.com/office/powerpoint/2010/main" val="1586277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FF411A-28C3-4870-BA50-C5AF61EE2370}"/>
              </a:ext>
            </a:extLst>
          </p:cNvPr>
          <p:cNvSpPr>
            <a:spLocks noGrp="1"/>
          </p:cNvSpPr>
          <p:nvPr>
            <p:ph type="title"/>
          </p:nvPr>
        </p:nvSpPr>
        <p:spPr/>
        <p:txBody>
          <a:bodyPr/>
          <a:lstStyle/>
          <a:p>
            <a:r>
              <a:rPr lang="es-MX" sz="3600" dirty="0" err="1"/>
              <a:t>The</a:t>
            </a:r>
            <a:r>
              <a:rPr lang="es-MX" sz="3600" dirty="0"/>
              <a:t> Rape </a:t>
            </a:r>
            <a:r>
              <a:rPr lang="es-MX" sz="3600" dirty="0" err="1"/>
              <a:t>Of</a:t>
            </a:r>
            <a:r>
              <a:rPr lang="es-MX" sz="3600" dirty="0"/>
              <a:t> </a:t>
            </a:r>
            <a:r>
              <a:rPr lang="es-MX" sz="3600" dirty="0" err="1">
                <a:latin typeface="+mj-lt"/>
              </a:rPr>
              <a:t>Czechoslovakia</a:t>
            </a:r>
            <a:r>
              <a:rPr lang="es-MX" sz="3600" dirty="0"/>
              <a:t>:</a:t>
            </a:r>
            <a:r>
              <a:rPr lang="es-MX" sz="3200" dirty="0"/>
              <a:t> </a:t>
            </a:r>
            <a:r>
              <a:rPr lang="es-MX" sz="3600" dirty="0" err="1"/>
              <a:t>Negotiation</a:t>
            </a:r>
            <a:r>
              <a:rPr lang="es-MX" sz="3600" dirty="0"/>
              <a:t> </a:t>
            </a:r>
            <a:r>
              <a:rPr lang="es-MX" sz="3600" dirty="0" err="1"/>
              <a:t>Process</a:t>
            </a:r>
            <a:endParaRPr lang="es-MX" dirty="0"/>
          </a:p>
        </p:txBody>
      </p:sp>
      <p:sp>
        <p:nvSpPr>
          <p:cNvPr id="3" name="Marcador de contenido 2">
            <a:extLst>
              <a:ext uri="{FF2B5EF4-FFF2-40B4-BE49-F238E27FC236}">
                <a16:creationId xmlns:a16="http://schemas.microsoft.com/office/drawing/2014/main" id="{5AF01537-D8B0-4BAF-9DF0-7FD9C300226E}"/>
              </a:ext>
            </a:extLst>
          </p:cNvPr>
          <p:cNvSpPr>
            <a:spLocks noGrp="1"/>
          </p:cNvSpPr>
          <p:nvPr>
            <p:ph idx="1"/>
          </p:nvPr>
        </p:nvSpPr>
        <p:spPr/>
        <p:txBody>
          <a:bodyPr/>
          <a:lstStyle/>
          <a:p>
            <a:r>
              <a:rPr lang="en-US" dirty="0"/>
              <a:t>We lack particular statistics to identify each phase of the discussion in the following process, but we can see why Hitler, although having a little chance of success over Czechoslovakia, was able to dissolve the army, resulting in the deaths of 25 million people.</a:t>
            </a:r>
            <a:endParaRPr lang="es-MX" dirty="0"/>
          </a:p>
        </p:txBody>
      </p:sp>
    </p:spTree>
    <p:extLst>
      <p:ext uri="{BB962C8B-B14F-4D97-AF65-F5344CB8AC3E}">
        <p14:creationId xmlns:p14="http://schemas.microsoft.com/office/powerpoint/2010/main" val="1098827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38A4A7-0ACE-4407-BDF9-7BBB6ACD990D}"/>
              </a:ext>
            </a:extLst>
          </p:cNvPr>
          <p:cNvSpPr>
            <a:spLocks noGrp="1"/>
          </p:cNvSpPr>
          <p:nvPr>
            <p:ph type="title"/>
          </p:nvPr>
        </p:nvSpPr>
        <p:spPr/>
        <p:txBody>
          <a:bodyPr/>
          <a:lstStyle/>
          <a:p>
            <a:r>
              <a:rPr lang="es-MX" dirty="0" err="1"/>
              <a:t>Conclusion</a:t>
            </a:r>
            <a:endParaRPr lang="es-MX" dirty="0"/>
          </a:p>
        </p:txBody>
      </p:sp>
      <p:sp>
        <p:nvSpPr>
          <p:cNvPr id="3" name="Marcador de contenido 2">
            <a:extLst>
              <a:ext uri="{FF2B5EF4-FFF2-40B4-BE49-F238E27FC236}">
                <a16:creationId xmlns:a16="http://schemas.microsoft.com/office/drawing/2014/main" id="{EA139803-D461-487C-9989-D0ACEFD3D65B}"/>
              </a:ext>
            </a:extLst>
          </p:cNvPr>
          <p:cNvSpPr>
            <a:spLocks noGrp="1"/>
          </p:cNvSpPr>
          <p:nvPr>
            <p:ph idx="1"/>
          </p:nvPr>
        </p:nvSpPr>
        <p:spPr/>
        <p:txBody>
          <a:bodyPr/>
          <a:lstStyle/>
          <a:p>
            <a:r>
              <a:rPr lang="en-US" dirty="0"/>
              <a:t>It is critical to conduct proper preparation and understand each phase in order to have a successful negotiation that benefits us; however, if you do not place enough emphasis on the negotiation, it can have negative consequences, such as the examples we saw, where low amounts were offered, resulting in a profit that is neutral and the other party obtains more benefits, or, unfortunately, can result in unthinkable loss of life.</a:t>
            </a:r>
            <a:endParaRPr lang="es-MX" dirty="0"/>
          </a:p>
        </p:txBody>
      </p:sp>
    </p:spTree>
    <p:extLst>
      <p:ext uri="{BB962C8B-B14F-4D97-AF65-F5344CB8AC3E}">
        <p14:creationId xmlns:p14="http://schemas.microsoft.com/office/powerpoint/2010/main" val="11754584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TM04033921[[fn=Damasco]]</Template>
  <TotalTime>90</TotalTime>
  <Words>492</Words>
  <Application>Microsoft Office PowerPoint</Application>
  <PresentationFormat>Panorámica</PresentationFormat>
  <Paragraphs>16</Paragraphs>
  <Slides>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6</vt:i4>
      </vt:variant>
    </vt:vector>
  </HeadingPairs>
  <TitlesOfParts>
    <vt:vector size="10" baseType="lpstr">
      <vt:lpstr>Arial</vt:lpstr>
      <vt:lpstr>Bookman Old Style</vt:lpstr>
      <vt:lpstr>Rockwell</vt:lpstr>
      <vt:lpstr>Damask</vt:lpstr>
      <vt:lpstr>Starmatic Company and The rape of Czechoslovakia negotiation</vt:lpstr>
      <vt:lpstr>Introduction</vt:lpstr>
      <vt:lpstr>Starmatic Company: Negotiation Process</vt:lpstr>
      <vt:lpstr>Presentación de PowerPoint</vt:lpstr>
      <vt:lpstr>The Rape Of Czechoslovakia: Negotiation Process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Starmatic Company and The rape of Czechoslovakia negotiation</dc:title>
  <dc:creator>Samuel Avila Reynoso</dc:creator>
  <cp:lastModifiedBy>Samuel Avila Reynoso</cp:lastModifiedBy>
  <cp:revision>4</cp:revision>
  <dcterms:created xsi:type="dcterms:W3CDTF">2022-04-04T21:41:02Z</dcterms:created>
  <dcterms:modified xsi:type="dcterms:W3CDTF">2022-04-04T23:11:22Z</dcterms:modified>
</cp:coreProperties>
</file>